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Pharmacy Bin 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A8C4E8"/>
                </a:solidFill>
              </a:rPr>
              <a:t>Smart Drug Inventory &amp; Dispensing Management for Klinik Kesihatan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7AE60"/>
                </a:solidFill>
              </a:rPr>
              <a:t>Kawalan Ubat KK Kempas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23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A8C0"/>
                </a:solidFill>
              </a:rPr>
              <a:t>Confidential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E8"/>
                </a:solidFill>
              </a:rPr>
              <a:t>Malaysian public-clinic pharmacies still run on paper bin cards and spreadsheets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02C"/>
                </a:solidFill>
              </a:rPr>
              <a:t>📋  Manual Bin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Paper stock cards go out of sync the moment stock moves. Errors accumulate silently.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02C"/>
                </a:solidFill>
              </a:rPr>
              <a:t>⚠️  No Approval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Doctor requests, antibiotic Clinical-Pathway approvals and specialist sign-offs travel via WhatsApp or physical forms.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77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02C"/>
                </a:solidFill>
              </a:rPr>
              <a:t>📦  Blind Spots in Controlled Drugs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No real-time visibility on controlled-drug quotas, leading to over-dispensing or patient denials.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84048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02C"/>
                </a:solidFill>
              </a:rPr>
              <a:t>🔁  Disconnected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MOs, FMS specialists, and pharmacists work in silos — no shared state, no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E8"/>
                </a:solidFill>
              </a:rPr>
              <a:t>A unified, role-aware web app that digitises every step of clinic pharmacy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3657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</a:rPr>
              <a:t>Real-Time Stock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Live bin-card view computed from a tamper-evident transactions ledger. No sync lag.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50876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508760"/>
            <a:ext cx="3657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</a:rPr>
              <a:t>Multi-Step Approval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488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MO request → FMS review → Pharmacist fulfilment. Every handoff is timestamped and auditable.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3657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45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</a:rPr>
              <a:t>Antibiotic Stewardship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488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NAG 2024 Clinical Pathway forms built in. FMS approves; pharmacist acknowledges before dispensing.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40480"/>
            <a:ext cx="3657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77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</a:rPr>
              <a:t>Quota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Annual controlled-drug quota per patient visible in real time; pesara (retiree) quota tracked separately.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84048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840480"/>
            <a:ext cx="3657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977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</a:rPr>
              <a:t>Role-Based Dashboards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80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Each role (admin, pharmacist, MO, FMS) sees only what they need — pending counts, stock alerts, approval queues.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840480"/>
            <a:ext cx="3657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977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</a:rPr>
              <a:t>Audit &amp;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480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Full ledger history, patient drug records, and exportable laporan. AI audit log for every AI-assisted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E8"/>
                </a:solidFill>
              </a:rPr>
              <a:t>End-to-end digital workflow from request to dispensing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377440" cy="3474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377440" cy="54864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91640"/>
            <a:ext cx="731520" cy="73152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02C"/>
                </a:solidFill>
              </a:rPr>
              <a:t>MO Submits
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Doctor selects drug,
patient IC &amp; quantity
(Ubat or Antibiotik form)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556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554480"/>
            <a:ext cx="2377440" cy="3474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554480"/>
            <a:ext cx="23774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02C"/>
                </a:solidFill>
              </a:rPr>
              <a:t>FMS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3375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Family Medicine
Specialist approves or
rejects with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556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554480"/>
            <a:ext cx="2377440" cy="3474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554480"/>
            <a:ext cx="237744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0" y="169164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02C"/>
                </a:solidFill>
              </a:rPr>
              <a:t>Pharmacist
Fulfils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3375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Pharmacy queues up
approved requests
and dispenses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556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554480"/>
            <a:ext cx="2377440" cy="3474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554480"/>
            <a:ext cx="2377440" cy="54864"/>
          </a:xfrm>
          <a:prstGeom prst="rect">
            <a:avLst/>
          </a:prstGeom>
          <a:solidFill>
            <a:srgbClr val="2D8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58400" y="1691640"/>
            <a:ext cx="731520" cy="731520"/>
          </a:xfrm>
          <a:prstGeom prst="ellipse">
            <a:avLst/>
          </a:prstGeom>
          <a:solidFill>
            <a:srgbClr val="2D8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02C"/>
                </a:solidFill>
              </a:rPr>
              <a:t>Ledger &amp;
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3375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Stock ledger updated;
patient registry &amp;
drug history saved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D8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Role-Based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E8"/>
                </a:solidFill>
              </a:rPr>
              <a:t>Every user sees exactly what they need — no information overload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35661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3566160" cy="7315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</a:rPr>
              <a:t>👨‍⚕️  Medical Officer (MO)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Submit drug dispensing requests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Submit antibiotic Clinical Pathway forms (NAG 2024)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Track request status in real time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Access MO dashboard &amp; pending 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5661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45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🩺  FMS Specialist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Review &amp; approve / reject all MO requests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Approve antibiotic forms with specialist notes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Monitor controlled-drug annual quotas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View drug usage trends &amp; forecasts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463040"/>
            <a:ext cx="35661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463040"/>
            <a:ext cx="35661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45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💊  Pharmacist /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860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Fulfil approved dispensing requests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Acknowledge antibiotic forms post-approval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Manage drug master, stock receipts (Terimaan)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View bin card, ledger, patient registry &amp;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E8"/>
                </a:solidFill>
              </a:rPr>
              <a:t>Purpose-built for Malaysian Klinik Kesihatan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74320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202C"/>
                </a:solidFill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</a:rPr>
              <a:t>Live Stock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KRITIKAL / RENDAH / NORMAL / LEBIHAN status badges. Auto-refresh every 15–30 seconds.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08760"/>
            <a:ext cx="274320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202C"/>
                </a:solidFill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</a:rPr>
              <a:t>Digital Bin Card &amp;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60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Per-drug ledger with full terimaan/keluaran history. Printable bin-card 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508760"/>
            <a:ext cx="274320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202C"/>
                </a:solidFill>
              </a:rPr>
              <a:t>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</a:rPr>
              <a:t>Antibiotic Stewardship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560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Built-in NAG 2024 Clinical Pathway checklist. FMS approval gate before dispensing.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508760"/>
            <a:ext cx="274320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202C"/>
                </a:solidFill>
              </a:rPr>
              <a:t>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</a:rPr>
              <a:t>Controlled Drug Quotas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560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Annual patient quota per controlled drug. Pesara (retiree) tracked separately.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86200"/>
            <a:ext cx="274320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202C"/>
                </a:solidFill>
              </a:rPr>
              <a:t>🗂️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</a:rPr>
              <a:t>Patient Registry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Auto-created on first dispensing. Full drug history per patient IC.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3886200"/>
            <a:ext cx="274320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202C"/>
                </a:solidFill>
              </a:rPr>
              <a:t>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80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</a:rPr>
              <a:t>Usage Forecasting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937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30-day rolling average + projected stock exhaustion date per drug.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886200"/>
            <a:ext cx="274320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202C"/>
                </a:solidFill>
              </a:rP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480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</a:rPr>
              <a:t>Role-Based Access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937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4 roles, granular route protection. No cross-role data leakage.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3886200"/>
            <a:ext cx="274320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202C"/>
                </a:solidFill>
              </a:rPr>
              <a:t>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480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</a:rPr>
              <a:t>Full Audit Trail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937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Every approval, rejection, and dispensing is timestamped and attributed.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E8"/>
                </a:solidFill>
              </a:rPr>
              <a:t>Modern, proven, cloud-native — zero infrastructure to manage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65176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377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React 18 + TypeScript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Vite (SWC) · Port 8080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React Router v6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TanStack Query (server state)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411480"/>
          </a:xfrm>
          <a:prstGeom prst="rect">
            <a:avLst/>
          </a:prstGeom>
          <a:solidFill>
            <a:srgbClr val="2D8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UI /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11680"/>
            <a:ext cx="2377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shadcn/ui (Radix primitives)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Tailwind CSS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Recharts (dashboards)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Lucide icons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26517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Backend /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2377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Supabase (PostgreSQL)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Row-Level Security (RLS)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Supabase Auth (JWT)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Real-time subscriptions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463040"/>
            <a:ext cx="26517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463040"/>
            <a:ext cx="265176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Forms / 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011680"/>
            <a:ext cx="2377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React Hook Form + Zod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Vitest (unit tests)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Playwright (E2E)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A5568"/>
                </a:solidFill>
              </a:rPr>
              <a:t>▸ ESLint + TypeScript strict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Security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E8"/>
                </a:solidFill>
              </a:rPr>
              <a:t>Healthcare-grade data protection built in from day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8A"/>
                </a:solidFill>
              </a:rPr>
              <a:t>🔐  Row-Level Security (RLS)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Every Supabase table enforces RLS. Users can only read/write data their role permits — enforced at the database layer, not just the UI.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548640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8A"/>
                </a:solidFill>
              </a:rPr>
              <a:t>🛡️  Role-Based Access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4 distinct roles (admin, pharmacist, MO, FMS). Route guards and sidebar navigation are role-aware. Cross-role data access is structurally impossible.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548640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8A"/>
                </a:solidFill>
              </a:rPr>
              <a:t>📜  Full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All dispensing approvals, rejections, and fulfilments are attributed to a user with a timestamp. AI-assisted actions log to ai_audit_logs (user, role, tokens, status).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548640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8A"/>
                </a:solidFill>
              </a:rPr>
              <a:t>🔑  Supabase Auth (JWT)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Industry-standard JWT-based authentication. Sessions are scoped and signed. No passwords stored in the application layer.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154680"/>
            <a:ext cx="548640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46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8A"/>
                </a:solidFill>
              </a:rPr>
              <a:t>🩺  Antibiotic Stewardship (NAG 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Antibiotic dispensing cannot be fulfilled without FMS specialist sign-off. Clinical Pathway checklist is mandatory and stored per request.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846320"/>
            <a:ext cx="548640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937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8A"/>
                </a:solidFill>
              </a:rPr>
              <a:t>📦  Controlled Drug Quotas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3949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Annual quota limits enforced at application level with real-time remaining-quota display. Prevents over-dispensing to any patient or pesara cohort.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Deployment &amp;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E8"/>
                </a:solidFill>
              </a:rPr>
              <a:t>Cloud-first — live in minutes, no servers to maintain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383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3383280" cy="7315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F8A"/>
                </a:solidFill>
              </a:rPr>
              <a:t>☁️  Frontend 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✓  Deployed on Vercel (vercel.json configured)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✓  Global CDN — fast load anywhere in Malaysia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✓  Preview deployments per branch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✓  Zero-downtime rollouts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9" y="1508760"/>
            <a:ext cx="3383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39" y="1508760"/>
            <a:ext cx="338328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</a:rPr>
              <a:t>🗄️  Database &amp;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3317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✓  Supabase managed PostgreSQL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✓  Automatic daily backups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✓  Built-in connection pooling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✓  Point-in-time recovery 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8" y="1508760"/>
            <a:ext cx="3383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8" y="1508760"/>
            <a:ext cx="338328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8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⚙️  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8" y="23317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✓  CI/CD via Vercel git integration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✓  Supabase migrations versioned in repo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✓  Environment variables via .env (VITE_SUPABASE_*)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✓  Health monitored via Supabase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Product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E8"/>
                </a:solidFill>
              </a:rPr>
              <a:t>From single clinic to network-wide rollout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38328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338328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</a:rPr>
              <a:t>✅  Phase 1
(Done)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Core drug master &amp; stock ledger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MO dispensing request flow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FMS specialist approval dashboard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Antibiotic stewardship (NAG 2024)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Pharmacist fulfilment queue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Patient registry &amp; drug history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Annual quota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9" y="1508760"/>
            <a:ext cx="338328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39" y="1508760"/>
            <a:ext cx="338328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645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🔄  Phase 2
(In Progress)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3774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E-prescription PDF export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SMS / push notifications (pending approval)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Barcode / QR scanning for drug receipt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Advanced laporan (XLSX / PDF exports)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Multi-facility support (facility switcher)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8" y="1508760"/>
            <a:ext cx="338328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8" y="1508760"/>
            <a:ext cx="3383280" cy="7315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8" y="1645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F8A"/>
                </a:solidFill>
              </a:rPr>
              <a:t>🚀  Phase 3
(Planned)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8" y="23774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MOH JKN integration (eLesen / ePerolehan)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AI-powered stock forecasting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Drug interaction alerts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Network-wide analytics across KK branches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Mobile app (React Native wrapper)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Pharmacy Bin 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A8C4E8"/>
                </a:solidFill>
              </a:rPr>
              <a:t>Digitising drug inventory management for Malaysian public-sector clinics —
one request, one approval, one dispense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7AE60"/>
                </a:solidFill>
              </a:rPr>
              <a:t>Contact  ·  admin@vvsdigitalsolutions.com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23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A8C0"/>
                </a:solidFill>
              </a:rPr>
              <a:t>vvsdigitalsolutions.com  ·  Confidential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