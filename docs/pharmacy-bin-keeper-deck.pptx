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Pharmacy Drug Monitoring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788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A8C4E8"/>
                </a:solidFill>
              </a:rPr>
              <a:t>Digitising Quota Drug Requests &amp; Antibiotic Forms
for Klinik Kesihatan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7AE60"/>
                </a:solidFill>
              </a:rPr>
              <a:t>Kawalan Ubat KK Kempas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23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3093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0A8C0"/>
                </a:solidFill>
              </a:rPr>
              <a:t>Confidential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How quota drug monitoring and antibiotic approval are handled today — and why it's breaking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48640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74C3C"/>
                </a:solidFill>
              </a:rPr>
              <a:t>📊  Quota Drug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Currently tracked in 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Dozens of tabs — hard to find the right drug at the right time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Staff fill data into the wrong column or wrong tab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No real-time visibility — sheets go stale between updates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No workflow — approvals happen via WhatsApp or verbal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No audit trail — impossible to trace who approved what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MO, FMS, and pharmacist work from different versions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417320"/>
            <a:ext cx="548640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17320"/>
            <a:ext cx="548640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39C12"/>
                </a:solidFill>
              </a:rPr>
              <a:t>💉  Antibiotic Approval 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Currently done on physical A4 photocopied sheets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51460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Printing and photocopying cost for every form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Paper forms lost, damaged, or illegible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Physical routing between MO → FMS → pharmacy is slow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No status visibility — MO doesn't know if form was approved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Storage &amp; filing burden for compliance records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❌  Cannot search historical forms quickly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One system to replace Google Sheets and paper forms — with full workflow, visibility, and audit trail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3566160" cy="640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733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4F8A"/>
                </a:solidFill>
              </a:rPr>
              <a:t>✅  Replace Google Sheets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A structured digital register for every quota drug — searchable, real-time, and impossible to fill in the wrong place.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50876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508760"/>
            <a:ext cx="356616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6733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✅  Replace Paper 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19456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Antibiotic Clinical Pathway forms (NAG 2024) submitted digitally. Zero printing cost, zero lost forms, instant routing.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50876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3024" y="1508760"/>
            <a:ext cx="3566160" cy="64008"/>
          </a:xfrm>
          <a:prstGeom prst="rect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16733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86C9"/>
                </a:solidFill>
              </a:rPr>
              <a:t>✅  Structured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19456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MO submits → FMS reviews &amp; approves → Pharmacy acknowledges. Every step is tracked with a timestamp and a name.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840480"/>
            <a:ext cx="356616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</a:rPr>
              <a:t>✅  Real-Time 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All parties — MO, FMS, pharmacist — see the live status of every request. No chasing via WhatsApp.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9392" y="384048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3840480"/>
            <a:ext cx="3566160" cy="6400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62272" y="40050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</a:rPr>
              <a:t>✅  Full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452628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Every approval, rejection, and acknowledgement is logged with the user's name, role, and timestamp. Compliance-ready.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93024" y="384048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93024" y="3840480"/>
            <a:ext cx="3566160" cy="64008"/>
          </a:xfrm>
          <a:prstGeom prst="rect">
            <a:avLst/>
          </a:prstGeom>
          <a:solidFill>
            <a:srgbClr val="16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40050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7A6A"/>
                </a:solidFill>
              </a:rPr>
              <a:t>✅  Lean &amp; Paperless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452628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Eliminate photocopy costs, A4 waste, filing cabinets, and manual data entry errors. A truly lean clinic operation.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Workflow 1 — Quota Drug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MO issues a new quota drug to a patient: end-to-end digital, fully tracked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Workflow 1 — Quota Drug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MO issues a new quota drug to a patient: end-to-end digital, fully tracked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463040"/>
            <a:ext cx="1920240" cy="640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1600200"/>
            <a:ext cx="731520" cy="7315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MO Submits
Request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Selects drug, enters
patient IC &amp; quantity.
Submits digitally.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33472" y="1463040"/>
            <a:ext cx="192024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27832" y="1600200"/>
            <a:ext cx="731520" cy="73152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912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FMS Receives
&amp;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912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Sees request on FMS
dashboard. Reviews
patient &amp; drug details.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01184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01184" y="1463040"/>
            <a:ext cx="192024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95544" y="1600200"/>
            <a:ext cx="731520" cy="7315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FMS Approves
or Rejects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2624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Approves with notes
or rejects with reason.
MO notified instantly.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68896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68896" y="1463040"/>
            <a:ext cx="192024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600200"/>
            <a:ext cx="731520" cy="7315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0336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Pharmacy
Acknowledges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0336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Pharmacist sees approved
request. Acknowledges
dispensing to patient.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9136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36608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36608" y="1463040"/>
            <a:ext cx="1920240" cy="64008"/>
          </a:xfrm>
          <a:prstGeom prst="rect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030968" y="1600200"/>
            <a:ext cx="731520" cy="731520"/>
          </a:xfrm>
          <a:prstGeom prst="ellipse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8048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Record
Saved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8048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Patient registry updated.
Full audit log.
Quota counter decrements.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17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✓  Replaces: Google Sheets quota tracking with many tabs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Workflow 2 — Antibiotic Approval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NAG 2024 Clinical Pathway form — digitised from A4 paper to the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1920240" cy="640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600200"/>
            <a:ext cx="731520" cy="731520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MO Fills
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Enters patient, diagnosis,
regimen &amp; NAG 2024
checklist digitally.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33472" y="1463040"/>
            <a:ext cx="192024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27832" y="1600200"/>
            <a:ext cx="731520" cy="73152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FMS Receives
&amp; Reviews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4912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Form appears on FMS
dashboard. Reviews
clinical details.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01184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01184" y="1463040"/>
            <a:ext cx="192024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95544" y="1600200"/>
            <a:ext cx="731520" cy="73152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2624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FMS Approves
or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Approves or rejects
with specialist notes.
Decision logged.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1424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68896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68896" y="1463040"/>
            <a:ext cx="192024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63256" y="1600200"/>
            <a:ext cx="731520" cy="7315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Pharmacy
Acknowledges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Pharmacist sees
approved form and
acknowledges dispensing.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01752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5568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36608" y="1463040"/>
            <a:ext cx="192024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36608" y="1463040"/>
            <a:ext cx="1920240" cy="64008"/>
          </a:xfrm>
          <a:prstGeom prst="rect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30968" y="1600200"/>
            <a:ext cx="731520" cy="731520"/>
          </a:xfrm>
          <a:prstGeom prst="ellipse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423160"/>
            <a:ext cx="1783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02C"/>
                </a:solidFill>
              </a:rPr>
              <a:t>Record
Archived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8048" y="32461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</a:rPr>
              <a:t>Digital record stored
forever — searchable,
no filing cabinets.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217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✓  Replaces: Physical A4 photocopy sheets — zero printing cost, zero lost forms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Before vs.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What changes for each team when they move to the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303520" cy="4114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BEFORE  (Google Sheets + Paper)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4864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AFTER  (This System)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19"/>
            <a:ext cx="1133856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84247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8A"/>
                </a:solidFill>
              </a:rPr>
              <a:t>Quota drug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984247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74C3C"/>
                </a:solidFill>
              </a:rPr>
              <a:t>✗  Multiple Google Sheet tabs — easy to miss or enter in wrong tab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84247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0"/>
                </a:solidFill>
              </a:rPr>
              <a:t>✓  Structured form per request — one place, always right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24327"/>
            <a:ext cx="11338560" cy="7132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34055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8A"/>
                </a:solidFill>
              </a:rPr>
              <a:t>Antibiotic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734055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74C3C"/>
                </a:solidFill>
              </a:rPr>
              <a:t>✗  Physical A4 photocopy form passed hand-to-hand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734055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0"/>
                </a:solidFill>
              </a:rPr>
              <a:t>✓  Digital form submitted instantly, routed automatically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74135"/>
            <a:ext cx="1133856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83863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8A"/>
                </a:solidFill>
              </a:rPr>
              <a:t>FMS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483863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74C3C"/>
                </a:solidFill>
              </a:rPr>
              <a:t>✗  Receive forms physically or via WhatsApp photo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483863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0"/>
                </a:solidFill>
              </a:rPr>
              <a:t>✓  Dedicated FMS dashboard — all pending items in one 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23943"/>
            <a:ext cx="11338560" cy="7132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33671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8A"/>
                </a:solidFill>
              </a:rPr>
              <a:t>Pharmacy 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233671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74C3C"/>
                </a:solidFill>
              </a:rPr>
              <a:t>✗  Informed verbally or by paper after FMS approves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233671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0"/>
                </a:solidFill>
              </a:rPr>
              <a:t>✓  Auto-notified with approved queue — one-click acknowledge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73751"/>
            <a:ext cx="1133856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98347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8A"/>
                </a:solidFill>
              </a:rPr>
              <a:t>Record keeping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983479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74C3C"/>
                </a:solidFill>
              </a:rPr>
              <a:t>✗  Files in folders; impossible to search quickly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983479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0"/>
                </a:solidFill>
              </a:rPr>
              <a:t>✓  Searchable digital log — find any record in seconds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23559"/>
            <a:ext cx="11338560" cy="71323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733287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8A"/>
                </a:solidFill>
              </a:rPr>
              <a:t>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733287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74C3C"/>
                </a:solidFill>
              </a:rPr>
              <a:t>✗  Photocopy &amp; A4 paper cost for every antibiotic 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5733287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0"/>
                </a:solidFill>
              </a:rPr>
              <a:t>✓  Zero printing cost — fully paperless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Each Role Sees &amp;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Purpose-built view for each team — no clutter, no confusion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56616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3566160" cy="640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F8A"/>
                </a:solidFill>
              </a:rPr>
              <a:t>👨‍⚕️  Medical Officer
(MO)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7744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Submit quota drug requests for patients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Fill and submit antibiotic approval forms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Track live status of submitted requests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View pending count badge on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417320"/>
            <a:ext cx="356616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417320"/>
            <a:ext cx="356616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60020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</a:rPr>
              <a:t>🩺  FMS Specialist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37744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Dedicated inbox for all pending MO requests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Review quota drug requests &amp; approve / reject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Review antibiotic forms &amp; approve / reject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Add specialist notes to every decision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Monitor annual quota usage per drug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38744" y="1417320"/>
            <a:ext cx="356616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8744" y="1417320"/>
            <a:ext cx="356616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60020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</a:rPr>
              <a:t>💊  Pharmacist /
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37744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Receive approved requests automatically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Acknowledge dispensing (quota drugs)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Acknowledge antibiotic forms post-FMS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Manage drug master list &amp; stock receipts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• View reports and patient drug records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Measurable improvements from day one of going 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356616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733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7AE60"/>
                </a:solidFill>
              </a:rPr>
              <a:t>💸  Cost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Eliminate photocopy and A4 paper costs for every antibiotic form. Savings compound across the year.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50876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508760"/>
            <a:ext cx="356616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6733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</a:rPr>
              <a:t>⚡  Speed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19456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Requests reach FMS the moment MO submits. No walking, no waiting. FMS approves; pharmacy is notified instantly.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50876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3024" y="1508760"/>
            <a:ext cx="3566160" cy="640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16733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F8A"/>
                </a:solidFill>
              </a:rPr>
              <a:t>🎯  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19456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Structured forms mean no more wrong columns or wrong tabs. Every field is validated before submission.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840480"/>
            <a:ext cx="3566160" cy="64008"/>
          </a:xfrm>
          <a:prstGeom prst="rect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86C9"/>
                </a:solidFill>
              </a:rPr>
              <a:t>🔍  Searchability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Find any quota drug request or antibiotic form in seconds by patient IC, drug name, or date.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9392" y="384048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3840480"/>
            <a:ext cx="3566160" cy="6400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62272" y="40050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44AD"/>
                </a:solidFill>
              </a:rPr>
              <a:t>📜  Compliance &amp;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452628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Every action is attributed to a named user with a timestamp. Full audit trail for MOH inspections.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93024" y="3840480"/>
            <a:ext cx="35661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93024" y="3840480"/>
            <a:ext cx="356616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400507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</a:rPr>
              <a:t>📊  Quota Visibility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4526280"/>
            <a:ext cx="3291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</a:rPr>
              <a:t>Real-time annual quota counter per drug. FMS and pharmacist always know how much quota remains.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Modern, cloud-native — zero servers to manage, accessible from any browser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65176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2651760" cy="45720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2704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377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React 18 + TypeScript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Vite · React Router v6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TanStack Query (real-time)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Auto-refresh every 15 – 30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63040"/>
            <a:ext cx="265176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63040"/>
            <a:ext cx="2651760" cy="457200"/>
          </a:xfrm>
          <a:prstGeom prst="rect">
            <a:avLst/>
          </a:prstGeom>
          <a:solidFill>
            <a:srgbClr val="2D8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2704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UI /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57400"/>
            <a:ext cx="2377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shadcn/ui (Radix)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Tailwind CSS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Recharts (quota graphs)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Malay-language 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63040"/>
            <a:ext cx="265176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463040"/>
            <a:ext cx="265176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52704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Backend /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57400"/>
            <a:ext cx="2377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Supabase (PostgreSQL)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Row-Level Security (RLS)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Supabase Auth (JWT)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Cloud-hosted, auto-backup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463040"/>
            <a:ext cx="265176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463040"/>
            <a:ext cx="265176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52704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057400"/>
            <a:ext cx="2377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React Hook Form + Zod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Vitest unit tests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Playwright E2E tests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4A5568"/>
                </a:solidFill>
              </a:rPr>
              <a:t>▸  TypeScript strict mode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0467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8"/>
                </a:solidFill>
              </a:rPr>
              <a:t>From single KK to network-wide rollout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33832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38328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27632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</a:rPr>
              <a:t>✅  Phase 1
(Done)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Quota drug request workflow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Antibiotic form (NAG 2024) workflow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MO → FMS → Pharmacy approval chain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Annual quota monitoring per drug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Patient registry &amp; drug history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Full audit trail &amp; reporting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Role-based dashboards (MO / FMS / Pharmacist)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1463040"/>
            <a:ext cx="33832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39" y="1463040"/>
            <a:ext cx="3383280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19" y="1627632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</a:rPr>
              <a:t>🔄  Phase 2
(In Progress)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23774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PDF export for antibiotic forms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Push / in-app notifications on approval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Advanced laporan (XLSX export)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Drug interaction alerts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Multi-facility support (facility switcher)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463040"/>
            <a:ext cx="33832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8" y="1463040"/>
            <a:ext cx="3383280" cy="6400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8" y="1627632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F8A"/>
                </a:solidFill>
              </a:rPr>
              <a:t>🚀  Phase 3
(Planned)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8" y="23774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MOH / JKN system integration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AI-powered quota forecasting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Mobile-friendly PWA wrapper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Network-wide analytics across KK branches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</a:rPr>
              <a:t>• Batch antibiotic form review for FMS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Pharmacy Drug Monitoring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14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A8C4E8"/>
                </a:solidFill>
              </a:rPr>
              <a:t>Replacing Google Sheets and paper forms with a lean,
digital workflow — for every Klinik Kesihatan.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840480"/>
            <a:ext cx="5029200" cy="868680"/>
          </a:xfrm>
          <a:prstGeom prst="rect">
            <a:avLst/>
          </a:prstGeom>
          <a:solidFill>
            <a:srgbClr val="17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7AE60"/>
                </a:solidFill>
              </a:rPr>
              <a:t>📊  Quota drugs → off Google Sheets, onto one 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840480"/>
            <a:ext cx="5486400" cy="868680"/>
          </a:xfrm>
          <a:prstGeom prst="rect">
            <a:avLst/>
          </a:prstGeom>
          <a:solidFill>
            <a:srgbClr val="17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</a:rPr>
              <a:t>💉  Antibiotic forms → off A4 paper, zero printing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2120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7AE60"/>
                </a:solidFill>
              </a:rPr>
              <a:t>Contact  ·  admin@vvsdigitalsolutions.com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23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6309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0A8C0"/>
                </a:solidFill>
              </a:rPr>
              <a:t>vvsdigitalsolutions.com  ·  Confidential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